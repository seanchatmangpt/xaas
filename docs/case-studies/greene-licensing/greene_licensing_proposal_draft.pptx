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stating the boundary: this is a proposal draft by the author of the lab, nothing has been sent, and no license exists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catalog is my own operationalization. Point to the licensing non-claim carried in the catalog itself and to the no-excerpt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Every hop is software with receipts; none of it acts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exact autofde-lab commit d6becb59. Read the digests from the appendix, not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lab twice in separate processes and compare the file hashes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these are model-relative observations of a fixture lab, not predictions about any real contest.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rights table: five items, nothing held today, a fallback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branches are prepared; the decline branch needs no further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non-claim aloud. They are part of the case study graph, not a disclaimer added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replay demonstration and a short call. Nothing is sent by any tool; the user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Licensing proposal draft: executable doctrine lab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8368" y="2532888"/>
            <a:ext cx="54864" cy="594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32888"/>
            <a:ext cx="5504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ordinal-indexed strategy lab with sealed, replayable receipts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43800" y="82296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E6F0F7"/>
          </a:solidFill>
          <a:ln w="12700">
            <a:solidFill>
              <a:srgbClr val="E6F0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672" y="91440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Ordinal index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217152" y="82296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E6F0F7"/>
          </a:solidFill>
          <a:ln w="12700">
            <a:solidFill>
              <a:srgbClr val="E6F0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36024" y="91440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titles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43800" y="182880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4D6"/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192024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primitives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17152" y="182880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E9F4EC"/>
          </a:solidFill>
          <a:ln w="12700">
            <a:solidFill>
              <a:srgbClr val="E9F4E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6024" y="192024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6F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worlds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66760" y="278892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9F4EC"/>
          </a:solidFill>
          <a:ln w="12700">
            <a:solidFill>
              <a:srgbClr val="E9F4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88036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6F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Sealed receipts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0" y="1088136"/>
            <a:ext cx="301752" cy="0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29800" y="1353312"/>
            <a:ext cx="0" cy="475488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17152" y="2093976"/>
            <a:ext cx="-301752" cy="0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83880" y="1828800"/>
            <a:ext cx="0" cy="-475488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15400" y="2359152"/>
            <a:ext cx="0" cy="429768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58368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exists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entries indexed by ordinal, each with an own paraphrased title of 60 characters or fewer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04825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965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compositions over 14 primitive operators with five declared duals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259689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2514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entries operationalized with ordered steps and falsifiers; 27 stubs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68680" y="314553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3063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catalog carries a licensing non-claim and is gated against excerpts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05840" y="4983480"/>
            <a:ext cx="54864" cy="6583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4983480"/>
            <a:ext cx="9802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sentence of the book appears anywhere in the software or this deck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lab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E6F0F7"/>
          </a:solidFill>
          <a:ln w="12700">
            <a:solidFill>
              <a:srgbClr val="E6F0F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508760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141732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FF4D6"/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47872" y="1508760"/>
            <a:ext cx="2002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0760" y="14173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E9F4EC"/>
          </a:solidFill>
          <a:ln w="12700">
            <a:solidFill>
              <a:srgbClr val="E9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1508760"/>
            <a:ext cx="2185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42832" y="141732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EDE7DD"/>
          </a:solidFill>
          <a:ln w="12700">
            <a:solidFill>
              <a:srgbClr val="EDE7DD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61704" y="1508760"/>
            <a:ext cx="2093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063240" y="1911096"/>
            <a:ext cx="365760" cy="0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669280" y="1911096"/>
            <a:ext cx="411480" cy="0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503920" y="1911096"/>
            <a:ext cx="438912" cy="0"/>
          </a:xfrm>
          <a:prstGeom prst="line">
            <a:avLst/>
          </a:prstGeom>
          <a:noFill/>
          <a:ln w="19050">
            <a:solidFill>
              <a:srgbClr val="5D6675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188720" y="5230368"/>
            <a:ext cx="54864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53312" y="5230368"/>
            <a:ext cx="9710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 NONE: the lab reads data and constructs reports only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evidence at the bound commit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 episodes over 9 worlds and 2 seeds at autofde-lab d6becb59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04825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965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 of 252 records, valid; tail digest f10e2294...c8665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259689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2514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verify_run with replay: valid, zero failures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68680" y="314553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3063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digest 762fab0f...3ef7; report digest 5e4c530b...1cf3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05840" y="4983480"/>
            <a:ext cx="54864" cy="6583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4983480"/>
            <a:ext cx="9802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ceiling REPO_LOCAL_FIXTURE; authority ceiling NONE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 across processes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report.json sha256 9f1d3a03...c6d4 in both processes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04825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965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ledger.jsonl sha256 e5d42b8a...030b in both processes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259689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2514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timestamps are pinned, so bytes do not drift between runs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05840" y="4983480"/>
            <a:ext cx="54864" cy="6583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4983480"/>
            <a:ext cx="9802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commit, same inputs, same bytes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model shows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primitive-equivalence clusters in this model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04825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965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sd-13 and sd-14 produce behaviourally identical policies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259689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2514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sd-01 and sd-12 share one composition and one policy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05840" y="4983480"/>
            <a:ext cx="54864" cy="6583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4983480"/>
            <a:ext cx="9802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Model-relative only: no real-world performance is claimed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requested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630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6F0F7"/>
          </a:solidFill>
          <a:ln w="12700">
            <a:solidFill>
              <a:srgbClr val="E6F0F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554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063240" y="14356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Non-exclusive use of the book title as the lab name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" y="2788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4D6"/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8803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Ordinals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63240" y="276148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Non-exclusive use of the 1 to 33 ordinal index as catalog key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" y="41148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7E8E8"/>
          </a:solidFill>
          <a:ln w="12700">
            <a:solidFill>
              <a:srgbClr val="F7E8E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420624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B2C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063240" y="40873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requested: no book text is used in any case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05840" y="5577840"/>
            <a:ext cx="54864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70432" y="5577840"/>
            <a:ext cx="9802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are set by the rights holder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accepted, if declined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87552" y="1527048"/>
            <a:ext cx="2093976" cy="374904"/>
          </a:xfrm>
          <a:prstGeom prst="roundRect">
            <a:avLst>
              <a:gd name="adj" fmla="val 19512"/>
            </a:avLst>
          </a:prstGeom>
          <a:solidFill>
            <a:srgbClr val="E9F4EC"/>
          </a:solidFill>
          <a:ln w="12700">
            <a:solidFill>
              <a:srgbClr val="E9F4E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6424" y="1618488"/>
            <a:ext cx="1856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6F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accepted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51192" y="1527048"/>
            <a:ext cx="1591056" cy="374904"/>
          </a:xfrm>
          <a:prstGeom prst="roundRect">
            <a:avLst>
              <a:gd name="adj" fmla="val 19512"/>
            </a:avLst>
          </a:prstGeom>
          <a:solidFill>
            <a:srgbClr val="F7E8E8"/>
          </a:solidFill>
          <a:ln w="12700">
            <a:solidFill>
              <a:srgbClr val="F7E8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70064" y="1618488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declined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24128" y="2359152"/>
            <a:ext cx="54864" cy="54864"/>
          </a:xfrm>
          <a:prstGeom prst="ellipse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and index the lab after the book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24128" y="2816352"/>
            <a:ext cx="54864" cy="54864"/>
          </a:xfrm>
          <a:prstGeom prst="ellipse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Factual attribution with no affiliation stated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87768" y="2359152"/>
            <a:ext cx="54864" cy="54864"/>
          </a:xfrm>
          <a:prstGeom prst="ellipse">
            <a:avLst/>
          </a:prstGeom>
          <a:solidFill>
            <a:srgbClr val="2F6F3E"/>
          </a:solidFill>
          <a:ln w="12700">
            <a:solidFill>
              <a:srgbClr val="2F6F3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34072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 to a generic strategic-doctrine name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287768" y="2816352"/>
            <a:ext cx="54864" cy="54864"/>
          </a:xfrm>
          <a:prstGeom prst="ellipse">
            <a:avLst/>
          </a:prstGeom>
          <a:solidFill>
            <a:srgbClr val="2F6F3E"/>
          </a:solidFill>
          <a:ln w="12700">
            <a:solidFill>
              <a:srgbClr val="2F6F3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34072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every ordinal mapping; keep own algebra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79392" y="4727448"/>
            <a:ext cx="3694176" cy="493776"/>
          </a:xfrm>
          <a:prstGeom prst="roundRect">
            <a:avLst>
              <a:gd name="adj" fmla="val 14815"/>
            </a:avLst>
          </a:prstGeom>
          <a:solidFill>
            <a:srgbClr val="EDE7DD"/>
          </a:solidFill>
          <a:ln w="12700">
            <a:solidFill>
              <a:srgbClr val="EDE7D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98264" y="481888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rests with the rights holder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Boundaries and non-claims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licensed: no rights grant exists today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04825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965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affiliation implied with any author, publisher or rights holder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259689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2514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book excerpts; ordinals and own titles only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68680" y="314553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3063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real-world performance claims; model-relative results only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72" y="3611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authored by the user; nothing has been sent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PROPOSAL DRAFT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881360" cy="0"/>
          </a:xfrm>
          <a:prstGeom prst="line">
            <a:avLst/>
          </a:prstGeom>
          <a:noFill/>
          <a:ln w="12700">
            <a:solidFill>
              <a:srgbClr val="D7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 - not sent - authority NONE - evidence REPO_LOCAL_FIXTURE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every digest from the exact commit (see appendix)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04825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965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demonstration: five steps in the demo spec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2596896"/>
            <a:ext cx="73152" cy="731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2514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call to discuss scope and terms, if of interest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05840" y="4983480"/>
            <a:ext cx="54864" cy="6583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4983480"/>
            <a:ext cx="9802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4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by Sean Chatman; not sent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Proposal draft (not sent)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Licensing proposal draft: executable doctrine lab</dc:title>
  <dc:subject>Licensing proposal draft for an ordinal-indexed strategy lab</dc:subject>
  <dc:creator>Sean Chatman</dc:creator>
  <cp:lastModifiedBy>Sean Chatman</cp:lastModifiedBy>
  <cp:revision>1</cp:revision>
  <dcterms:created xsi:type="dcterms:W3CDTF">2026-09-26T12:09:05Z</dcterms:created>
  <dcterms:modified xsi:type="dcterms:W3CDTF">2026-09-26T12:09:05Z</dcterms:modified>
</cp:coreProperties>
</file>