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stating the boundary: this is a proposal draft by the author of the lab, nothing has been sent, and no license exists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catalog is my own operationalization. Point to the licensing non-claim carried in the catalog itself and to the no-excerpt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Every hop is software with receipts; none of it acts in the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the exact autofde-lab commit d6becb59. Read the digests from the appendix, not from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lab twice in separate processes and compare the file hashes live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these are model-relative observations of a fixture lab, not predictions about any real contest.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rights table: five items, nothing held today, a fallback for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branches are prepared; the decline branch needs no further contact.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non-claim aloud. They are part of the case study graph, not a disclaimer added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the replay demonstration and a short call. Nothing is sent by any tool; the user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943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Licensing proposal draft: executable doctrine lab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658368" y="2532888"/>
            <a:ext cx="54864" cy="5943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32888"/>
            <a:ext cx="5504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ordinal-indexed strategy lab with sealed, replayable receipts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543800" y="822960"/>
            <a:ext cx="1371600" cy="530352"/>
          </a:xfrm>
          <a:prstGeom prst="roundRect">
            <a:avLst>
              <a:gd name="adj" fmla="val 13793"/>
            </a:avLst>
          </a:prstGeom>
          <a:solidFill>
            <a:srgbClr val="E6F0F7"/>
          </a:solidFill>
          <a:ln w="12700">
            <a:solidFill>
              <a:srgbClr val="E6F0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62672" y="91440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Ordinal index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17152" y="822960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E6F0F7"/>
          </a:solidFill>
          <a:ln w="12700">
            <a:solidFill>
              <a:srgbClr val="E6F0F7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36024" y="91440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 titles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43800" y="1828800"/>
            <a:ext cx="1371600" cy="530352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920240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primitives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17152" y="1828800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E9F4EC"/>
          </a:solidFill>
          <a:ln w="12700">
            <a:solidFill>
              <a:srgbClr val="E9F4E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36024" y="192024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6F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worlds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366760" y="278892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9F4EC"/>
          </a:solidFill>
          <a:ln w="12700">
            <a:solidFill>
              <a:srgbClr val="E9F4EC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5632" y="2880360"/>
            <a:ext cx="1179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6F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Sealed receipts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5400" y="1088136"/>
            <a:ext cx="301752" cy="0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29800" y="1353312"/>
            <a:ext cx="0" cy="475488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217152" y="2093976"/>
            <a:ext cx="-301752" cy="0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83880" y="1828800"/>
            <a:ext cx="0" cy="-475488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915400" y="2359152"/>
            <a:ext cx="0" cy="429768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58368" y="6172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exists today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9961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3272" y="1417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 entries indexed by ordinal, each with an own paraphrased title of 60 characters or fewer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04825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 compositions over 14 primitive operators with five declared duals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2514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entries operationalized with ordered steps and falsifiers; 27 stubs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14553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33272" y="30632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catalog carries a licensing non-claim and is gated against excerpts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005840" y="4983480"/>
            <a:ext cx="54864" cy="658368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70432" y="4983480"/>
            <a:ext cx="9802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sentence of the book appears anywhere in the software or this deck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lab works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85800" y="1417320"/>
            <a:ext cx="2377440" cy="987552"/>
          </a:xfrm>
          <a:prstGeom prst="roundRect">
            <a:avLst>
              <a:gd name="adj" fmla="val 7407"/>
            </a:avLst>
          </a:prstGeom>
          <a:solidFill>
            <a:srgbClr val="E6F0F7"/>
          </a:solidFill>
          <a:ln w="12700">
            <a:solidFill>
              <a:srgbClr val="E6F0F7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1508760"/>
            <a:ext cx="21396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429000" y="1417320"/>
            <a:ext cx="2240280" cy="987552"/>
          </a:xfrm>
          <a:prstGeom prst="roundRect">
            <a:avLst>
              <a:gd name="adj" fmla="val 7407"/>
            </a:avLst>
          </a:prstGeom>
          <a:solidFill>
            <a:srgbClr val="FFF4D6"/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47872" y="1508760"/>
            <a:ext cx="2002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Policies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80760" y="1417320"/>
            <a:ext cx="2423160" cy="987552"/>
          </a:xfrm>
          <a:prstGeom prst="roundRect">
            <a:avLst>
              <a:gd name="adj" fmla="val 7407"/>
            </a:avLst>
          </a:prstGeom>
          <a:solidFill>
            <a:srgbClr val="E9F4EC"/>
          </a:solidFill>
          <a:ln w="12700">
            <a:solidFill>
              <a:srgbClr val="E9F4EC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99632" y="1508760"/>
            <a:ext cx="21854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F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Worlds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942832" y="1417320"/>
            <a:ext cx="2331720" cy="987552"/>
          </a:xfrm>
          <a:prstGeom prst="roundRect">
            <a:avLst>
              <a:gd name="adj" fmla="val 7407"/>
            </a:avLst>
          </a:prstGeom>
          <a:solidFill>
            <a:srgbClr val="EDE7DD"/>
          </a:solidFill>
          <a:ln w="12700">
            <a:solidFill>
              <a:srgbClr val="EDE7DD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61704" y="1508760"/>
            <a:ext cx="2093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Ledger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063240" y="1911096"/>
            <a:ext cx="365760" cy="0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669280" y="1911096"/>
            <a:ext cx="411480" cy="0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503920" y="1911096"/>
            <a:ext cx="438912" cy="0"/>
          </a:xfrm>
          <a:prstGeom prst="line">
            <a:avLst/>
          </a:prstGeom>
          <a:noFill/>
          <a:ln w="19050">
            <a:solidFill>
              <a:srgbClr val="5D6675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188720" y="5230368"/>
            <a:ext cx="54864" cy="50292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53312" y="5230368"/>
            <a:ext cx="9710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Authority NONE: the lab reads data and constructs reports only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 evidence at the bound commit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9961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3272" y="1417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252 episodes over 9 worlds and 2 seeds at autofde-lab d6becb59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04825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Ledger of 252 records, valid; tail digest f10e2294...c8665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2514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verify_run with replay: valid, zero failures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14553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33272" y="30632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digest 762fab0f...3ef7; report digest 5e4c530b...1cf3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005840" y="4983480"/>
            <a:ext cx="54864" cy="658368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70432" y="4983480"/>
            <a:ext cx="9802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ceiling REPO_LOCAL_FIXTURE; authority ceiling NONE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Reproducibility across processes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9961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3272" y="1417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report.json sha256 9f1d03a3...c6d4 in both processes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04825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ledger.jsonl sha256 e5d42b8a...030b in both processes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2514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timestamps are pinned, so bytes do not drift between runs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05840" y="4983480"/>
            <a:ext cx="54864" cy="658368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70432" y="4983480"/>
            <a:ext cx="9802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commit, same inputs, same bytes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model shows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9961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3272" y="1417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primitive-equivalence clusters in this model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04825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sd-13 and sd-14 produce behaviourally identical policies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2514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sd-01 and sd-12 share one composition and one policy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05840" y="4983480"/>
            <a:ext cx="54864" cy="658368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70432" y="4983480"/>
            <a:ext cx="9802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Model-relative only: no real-world performance is claimed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requested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630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6F0F7"/>
          </a:solidFill>
          <a:ln w="12700">
            <a:solidFill>
              <a:srgbClr val="E6F0F7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55448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063240" y="14356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Non-exclusive use of the book title as the lab name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6868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FFF4D6"/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7552" y="288036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Ordinals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063240" y="276148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Non-exclusive use of the 1 to 33 ordinal index as catalog key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68680" y="41148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F7E8E8"/>
          </a:solidFill>
          <a:ln w="12700">
            <a:solidFill>
              <a:srgbClr val="F7E8E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87552" y="420624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B2C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Quotation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063240" y="408736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requested: no book text is used in any case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05840" y="5577840"/>
            <a:ext cx="54864" cy="50292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70432" y="5577840"/>
            <a:ext cx="9802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are set by the rights holder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accepted, if declined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987552" y="1527048"/>
            <a:ext cx="2093976" cy="374904"/>
          </a:xfrm>
          <a:prstGeom prst="roundRect">
            <a:avLst>
              <a:gd name="adj" fmla="val 19512"/>
            </a:avLst>
          </a:prstGeom>
          <a:solidFill>
            <a:srgbClr val="E9F4EC"/>
          </a:solidFill>
          <a:ln w="12700">
            <a:solidFill>
              <a:srgbClr val="E9F4EC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06424" y="1618488"/>
            <a:ext cx="18562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6F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accepted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251192" y="1527048"/>
            <a:ext cx="1591056" cy="374904"/>
          </a:xfrm>
          <a:prstGeom prst="roundRect">
            <a:avLst>
              <a:gd name="adj" fmla="val 19512"/>
            </a:avLst>
          </a:prstGeom>
          <a:solidFill>
            <a:srgbClr val="F7E8E8"/>
          </a:solidFill>
          <a:ln w="12700">
            <a:solidFill>
              <a:srgbClr val="F7E8E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70064" y="1618488"/>
            <a:ext cx="13533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B2C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declined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24128" y="2359152"/>
            <a:ext cx="54864" cy="54864"/>
          </a:xfrm>
          <a:prstGeom prst="ellipse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and index the lab after the book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54864" cy="54864"/>
          </a:xfrm>
          <a:prstGeom prst="ellipse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70432" y="2697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Factual attribution with no affiliation stated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287768" y="2359152"/>
            <a:ext cx="54864" cy="54864"/>
          </a:xfrm>
          <a:prstGeom prst="ellipse">
            <a:avLst/>
          </a:prstGeom>
          <a:solidFill>
            <a:srgbClr val="2F6F3E"/>
          </a:solidFill>
          <a:ln w="12700">
            <a:solidFill>
              <a:srgbClr val="2F6F3E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34072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Rename to a generic strategic-doctrine name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287768" y="2816352"/>
            <a:ext cx="54864" cy="54864"/>
          </a:xfrm>
          <a:prstGeom prst="ellipse">
            <a:avLst/>
          </a:prstGeom>
          <a:solidFill>
            <a:srgbClr val="2F6F3E"/>
          </a:solidFill>
          <a:ln w="12700">
            <a:solidFill>
              <a:srgbClr val="2F6F3E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34072" y="2697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every ordinal mapping; keep own algebra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279392" y="4727448"/>
            <a:ext cx="3694176" cy="493776"/>
          </a:xfrm>
          <a:prstGeom prst="roundRect">
            <a:avLst>
              <a:gd name="adj" fmla="val 14815"/>
            </a:avLst>
          </a:prstGeom>
          <a:solidFill>
            <a:srgbClr val="EDE7DD"/>
          </a:solidFill>
          <a:ln w="12700">
            <a:solidFill>
              <a:srgbClr val="EDE7D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98264" y="4818888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rests with the rights holder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Boundaries and non-claims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9961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3272" y="1417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licensed: no rights grant exists today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04825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affiliation implied with any author, publisher or rights holder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2514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book excerpts; ordinals and own titles only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14553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33272" y="30632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real-world performance claims; model-relative results only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68680" y="369417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3272" y="36118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authored by the user; nothing has been sent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4E77"/>
          </a:solidFill>
          <a:ln w="12700">
            <a:solidFill>
              <a:srgbClr val="184E7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LICENSING PROPOSAL DRAFT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76072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F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0881360" cy="0"/>
          </a:xfrm>
          <a:prstGeom prst="line">
            <a:avLst/>
          </a:prstGeom>
          <a:noFill/>
          <a:ln w="12700">
            <a:solidFill>
              <a:srgbClr val="D7D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 - not sent - authority NONE - evidence REPO_LOCAL_FIXTURE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465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D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68680" y="149961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3272" y="1417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Replay every digest from the exact commit (see appendix)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04825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demonstration: five steps in the demo spec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2514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 call to discuss scope and terms, if of interest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05840" y="4983480"/>
            <a:ext cx="54864" cy="658368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70432" y="4983480"/>
            <a:ext cx="9802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4E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 draft by Sean Chatman; not sent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Proposal draft (not sent)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Licensing proposal draft: executable doctrine lab</dc:title>
  <dc:subject>Licensing proposal draft for an ordinal-indexed strategy lab</dc:subject>
  <dc:creator>Sean Chatman</dc:creator>
  <cp:lastModifiedBy>Sean Chatman</cp:lastModifiedBy>
  <cp:revision>1</cp:revision>
  <dcterms:created xsi:type="dcterms:W3CDTF">2026-09-26T10:53:37Z</dcterms:created>
  <dcterms:modified xsi:type="dcterms:W3CDTF">2026-09-26T10:53:37Z</dcterms:modified>
</cp:coreProperties>
</file>